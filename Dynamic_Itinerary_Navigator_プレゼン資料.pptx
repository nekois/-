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Dynamic Itinerary Navigator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予定通りにいかない旅行のためのナビゲーションアプリ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問題：既存のナビの課題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</a:rPr>
              <a:t>通常のカーナビが案内するのは...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</a:rPr>
              <a:t>✓ 目的地までのルート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</a:rPr>
              <a:t>✓ 到着予定時刻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</a:rPr>
              <a:t>✓ 次の目的地への所要時間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❌ しかし「その後の旅行全体をどう変更するか」は利用者が自分で考える必要がある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ソリューション：このアプリの役割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既存のナビ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「道」を案内する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Right turn ahead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このアプリ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「予定」を調整する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観光時間を15分短縮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予定が崩れたとき、残りの一日を立て直すアプリ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657600"/>
            <a:ext cx="6400800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3794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渋滞・道間違い・予定変更に自動対応し、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ユーザーが最適な選択肢を選べるようにサポート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基本的な利用フロー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旅行前に予定を登録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行きたい場所・時刻・滞在時間・優先度を設定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旅行開始：GPS＆ルートAPIから位置情報取得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240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最初の予定と現在の進行状況を比較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遅れ・早まり検知 → 再計画実行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複数の変更案をユーザーに提示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ユーザーが選択 → 新しい予定へ反映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具体例1：30分遅れた場合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元の予定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10:00 岡山城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12:00 ランチ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14:00 倉敷美観地区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18:00 帰宅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45720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097280"/>
            <a:ext cx="384048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提案される変更案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✓ 岡山城の滞在を15分短縮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✓ または倉敷美観地区をスキップ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✓ 帰宅18:00は守れます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ユーザーが納得した案を選択 → 新しい予定に自動更新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これにより「予定変更に悩む時間」を減らし、旅行そのものを楽しめる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具体例2：予定より40分早く進んでいる場合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空いた時間を活用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→ 近くの道の駅に寄り道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→ カフェで休憩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→ 近くの観光スポット追加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188720"/>
          </a:xfrm>
          <a:prstGeom prst="rect">
            <a:avLst/>
          </a:prstGeom>
          <a:solidFill>
            <a:srgbClr val="E8F8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帰宅時間は守られる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営業時間・帰宅希望時刻などの「動かせない時刻」を常に考慮して提案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MVP（最初に実装する機能）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旅行プラン管理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複数目的地・時刻・滞在時間・優先度設定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現在地取得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GPS＆ルートAPI連携で位置情報取得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予定との差分計算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「予定より○分遅れ」を自動表示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予定の自動再計画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複数の変更案を提示・ユーザーが選択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卒業制作の目標：これら4つの機能を完全に実装する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システム構成：役割分担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7315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(スマートフォン)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現在地を取得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097280"/>
            <a:ext cx="1828800" cy="7315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ルートAPI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(Google Maps等)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ルート・距離・時間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2011680" cy="7315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このアプリ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(自作)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予定管理・再計画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1371600" cy="7315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外部ナビ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(Google Maps)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左右折案内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93192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入力層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71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• GPS: 頻繁に取得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• ルートAPI: 5～10分ごと、または遅延検知時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393192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処理層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971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• 現在地と予定を比較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• 遅れ・早まりを判定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• 複数の再計画案を生成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API呼び出し戦略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ルートAPIの呼び出しタイミング（APIコスト削減のため）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旅行開始時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256032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目的地出発時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256032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5～10分ごと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256032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大きな遅れ検知時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560320"/>
            <a:ext cx="256032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目的地変更時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560320"/>
            <a:ext cx="256032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再計画実行時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6167"/>
                </a:solidFill>
              </a:rPr>
              <a:t>重要：毎秒呼び出す必要はなく、アプリ側でタイミングを制御してコスト最適化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再計画ロジック（ルールベース）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1. 予定と現在を比較 → 遅れ/早まり検知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2. 低優先度の目的地を確認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3. 滞在時間短縮の案を検討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4. それでも間に合わなければ削除候補を検討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5. 営業時間・帰宅時刻を守る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6. 複数案をユーザーに提示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3F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将来：AIを使ってより自然な再計画案を生成することも検討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まずはルールベースで「着実に動く」ことを重視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対象ユーザー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97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車で日帰り旅行をする人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🏞️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1日に複数の場所を巡る人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旅行計画を立てるのが好きな人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😟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880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予定が崩れることをストレスに感じる人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74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土地勘のない場所を車で旅行する人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期待される効果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予定変更に悩む時間を削減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</a:rPr>
              <a:t>複数案から選ぶだけ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旅行ストレスを軽減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</a:rPr>
              <a:t>予定通りにいかない心配が減る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営業時間・帰宅時刻を確実に守る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</a:rPr>
              <a:t>自動考慮で安心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空いた時間を有効活用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</a:rPr>
              <a:t>新しい体験の機会が増える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技術スタック（検討案）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フロントエンド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6126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2344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Android (Kotlin)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バックエンド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691640"/>
            <a:ext cx="6126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Spring Boot (Java)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データベース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194560"/>
            <a:ext cx="6126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2402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MySQL / PostgreSQL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地図・ルート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2697480"/>
            <a:ext cx="6126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2743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Google Maps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3200400"/>
            <a:ext cx="6126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3246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Android Location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20116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3703320"/>
            <a:ext cx="6126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43200" y="37490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GitHub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開発ロードマップ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Week 1-3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環境構築・API設計・DB設計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37160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Week 4-6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バックエンド実装・GPS/ルート取得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137160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Week 7-9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フロントエンド・再計画ロジック統合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137160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743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Week 10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テスト・デバッグ・ブラッシュアップ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2C2C"/>
                </a:solidFill>
              </a:rPr>
              <a:t>MVP完成後、追加機能（寄り道提案・天候連動・記録機能など）の実装を検討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現在の検討事項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• ルートAPIの呼び出し間隔：何分ごと？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• 再計画の自動化レベル：完全自動 vs 複数案から選択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• 寄り道提案は初期実装に含めるか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• 営業時間データの取得元：どのAPI？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• リアルタイム渋滞情報の活用度合い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• 外部ナビ（Google Maps）との連携方法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チーム会議で決定 → GitHub Issuesへ落とし込み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Dynamic Itinerary Navigator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道を案内するナビから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予定を調整するナビへ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34747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次のステップ：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チーム会議でAPIタイミング・再計画ルール・初期機能範囲を確定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→ GitHub Projectsで開発開始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2026-09-15T02:53:52Z</dcterms:created>
  <dcterms:modified xsi:type="dcterms:W3CDTF">2026-09-15T02:53:52Z</dcterms:modified>
</cp:coreProperties>
</file>